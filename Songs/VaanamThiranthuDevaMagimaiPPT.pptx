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696" autoAdjust="0"/>
    <p:restoredTop sz="94660"/>
  </p:normalViewPr>
  <p:slideViewPr>
    <p:cSldViewPr snapToGrid="0">
      <p:cViewPr varScale="1">
        <p:scale>
          <a:sx n="66" d="100"/>
          <a:sy n="66" d="100"/>
        </p:scale>
        <p:origin x="75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6D84235E-3755-4F47-91F2-C2CAA65F8660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2AF78952-3B9E-48F3-BBDF-61929D550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488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4235E-3755-4F47-91F2-C2CAA65F8660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78952-3B9E-48F3-BBDF-61929D550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1827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D84235E-3755-4F47-91F2-C2CAA65F8660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2AF78952-3B9E-48F3-BBDF-61929D550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4521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4235E-3755-4F47-91F2-C2CAA65F8660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78952-3B9E-48F3-BBDF-61929D550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8645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4235E-3755-4F47-91F2-C2CAA65F8660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78952-3B9E-48F3-BBDF-61929D550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3684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4235E-3755-4F47-91F2-C2CAA65F8660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78952-3B9E-48F3-BBDF-61929D550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3630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4235E-3755-4F47-91F2-C2CAA65F8660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78952-3B9E-48F3-BBDF-61929D550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1943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4235E-3755-4F47-91F2-C2CAA65F8660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78952-3B9E-48F3-BBDF-61929D550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2079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4235E-3755-4F47-91F2-C2CAA65F8660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78952-3B9E-48F3-BBDF-61929D550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9148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4235E-3755-4F47-91F2-C2CAA65F8660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78952-3B9E-48F3-BBDF-61929D550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4978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D84235E-3755-4F47-91F2-C2CAA65F8660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2AF78952-3B9E-48F3-BBDF-61929D550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67082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D84235E-3755-4F47-91F2-C2CAA65F8660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2AF78952-3B9E-48F3-BBDF-61929D5508D4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559190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D84235E-3755-4F47-91F2-C2CAA65F8660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2AF78952-3B9E-48F3-BBDF-61929D550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59398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4235E-3755-4F47-91F2-C2CAA65F8660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78952-3B9E-48F3-BBDF-61929D550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96338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4235E-3755-4F47-91F2-C2CAA65F8660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78952-3B9E-48F3-BBDF-61929D550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2539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4235E-3755-4F47-91F2-C2CAA65F8660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F78952-3B9E-48F3-BBDF-61929D550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55038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6D84235E-3755-4F47-91F2-C2CAA65F8660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2AF78952-3B9E-48F3-BBDF-61929D550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096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84235E-3755-4F47-91F2-C2CAA65F8660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F78952-3B9E-48F3-BBDF-61929D550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72426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>
            <a:extLst>
              <a:ext uri="{FF2B5EF4-FFF2-40B4-BE49-F238E27FC236}">
                <a16:creationId xmlns:a16="http://schemas.microsoft.com/office/drawing/2014/main" id="{0ECCFD39-F83C-7283-B295-92C9302024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algn="ctr"/>
            <a:r>
              <a:rPr lang="ta-IN" sz="2800" b="1" dirty="0"/>
              <a:t>வானம் திறந்து தேவ மகிமை</a:t>
            </a:r>
            <a:br>
              <a:rPr lang="ta-IN" sz="2800" dirty="0"/>
            </a:br>
            <a:r>
              <a:rPr lang="ta-IN" sz="2800" b="1" dirty="0"/>
              <a:t>பெருமழை போல் ஊற்றிட வாஞ்சிக்கிறோம்</a:t>
            </a:r>
            <a:br>
              <a:rPr lang="ta-IN" sz="2800" dirty="0"/>
            </a:br>
            <a:r>
              <a:rPr lang="ta-IN" sz="2800" b="1" dirty="0"/>
              <a:t>தூய ஆவி என்னை அனலாய்</a:t>
            </a:r>
            <a:br>
              <a:rPr lang="ta-IN" sz="2800" dirty="0"/>
            </a:br>
            <a:r>
              <a:rPr lang="ta-IN" sz="2800" b="1" dirty="0"/>
              <a:t>இன்னும் நிரப்பிட என் உள்ளம் ஏங்கிடுதே</a:t>
            </a:r>
            <a:r>
              <a:rPr lang="en-IN" sz="2800" b="1" dirty="0"/>
              <a:t> -2</a:t>
            </a:r>
          </a:p>
          <a:p>
            <a:pPr algn="ctr"/>
            <a:br>
              <a:rPr lang="ta-IN" sz="2800" dirty="0"/>
            </a:br>
            <a:r>
              <a:rPr lang="ta-IN" sz="2800" b="1" dirty="0"/>
              <a:t>ஜீவ நதியில் மூழ்கி தவிக்க</a:t>
            </a:r>
            <a:br>
              <a:rPr lang="ta-IN" sz="2800" dirty="0"/>
            </a:br>
            <a:r>
              <a:rPr lang="ta-IN" sz="2800" b="1" dirty="0"/>
              <a:t>என்னை முழுவதும் தருகிறேன்</a:t>
            </a:r>
            <a:r>
              <a:rPr lang="en-IN" sz="2800" b="1" dirty="0"/>
              <a:t> -2</a:t>
            </a:r>
          </a:p>
          <a:p>
            <a:pPr algn="ctr"/>
            <a:endParaRPr lang="en-IN" sz="2800" b="1" dirty="0"/>
          </a:p>
          <a:p>
            <a:pPr algn="ctr"/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Vaanam</a:t>
            </a: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thirandhu</a:t>
            </a: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 Deva </a:t>
            </a: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magimai</a:t>
            </a:r>
            <a:b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Perumazhai</a:t>
            </a: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 pol </a:t>
            </a: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oottrida</a:t>
            </a: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vaanchikkirom</a:t>
            </a:r>
            <a:b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Thooiya</a:t>
            </a: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 Aavi </a:t>
            </a: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ennai</a:t>
            </a: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analaa</a:t>
            </a:r>
            <a:b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Innum</a:t>
            </a: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nirappid</a:t>
            </a: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ullam</a:t>
            </a: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enggidudhe</a:t>
            </a: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 -2</a:t>
            </a:r>
          </a:p>
          <a:p>
            <a:pPr algn="ctr"/>
            <a:b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Jeeva </a:t>
            </a: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nadhiyil</a:t>
            </a: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moozhgi</a:t>
            </a: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thavikka</a:t>
            </a:r>
            <a:b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Ennai</a:t>
            </a: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muzhuvadhum</a:t>
            </a: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tharugiren</a:t>
            </a: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 -2</a:t>
            </a:r>
            <a:br>
              <a:rPr lang="en-IN" sz="2800" dirty="0"/>
            </a:br>
            <a:endParaRPr lang="en-IN" sz="2800" b="1" dirty="0"/>
          </a:p>
          <a:p>
            <a:pPr algn="ctr"/>
            <a:endParaRPr lang="en-IN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8353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>
            <a:extLst>
              <a:ext uri="{FF2B5EF4-FFF2-40B4-BE49-F238E27FC236}">
                <a16:creationId xmlns:a16="http://schemas.microsoft.com/office/drawing/2014/main" id="{0ECCFD39-F83C-7283-B295-92C9302024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algn="ctr"/>
            <a:endParaRPr lang="en-IN" sz="2800" b="1" dirty="0"/>
          </a:p>
          <a:p>
            <a:pPr algn="ctr"/>
            <a:endParaRPr lang="en-IN" sz="2800" b="1" dirty="0"/>
          </a:p>
          <a:p>
            <a:pPr algn="ctr"/>
            <a:r>
              <a:rPr lang="ta-IN" sz="2800" b="1" dirty="0"/>
              <a:t>பிரசன்னம் தேவ பிரசன்னம்</a:t>
            </a:r>
            <a:br>
              <a:rPr lang="ta-IN" sz="2800" dirty="0"/>
            </a:br>
            <a:r>
              <a:rPr lang="ta-IN" sz="2800" b="1" dirty="0"/>
              <a:t>என் வாழ்வில் எல்லாம் செய்யும்</a:t>
            </a:r>
            <a:br>
              <a:rPr lang="ta-IN" sz="2800" dirty="0"/>
            </a:br>
            <a:r>
              <a:rPr lang="ta-IN" sz="2800" b="1" dirty="0"/>
              <a:t>பிரசன்னம் தேவ பிரசன்னம்</a:t>
            </a:r>
            <a:br>
              <a:rPr lang="ta-IN" sz="2800" dirty="0"/>
            </a:br>
            <a:r>
              <a:rPr lang="ta-IN" sz="2800" b="1" dirty="0"/>
              <a:t>முடியாததை முடிய செய்யும்</a:t>
            </a:r>
            <a:endParaRPr lang="en-IN" sz="2800" b="1" dirty="0"/>
          </a:p>
          <a:p>
            <a:pPr algn="ctr"/>
            <a:endParaRPr lang="en-IN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Pirasannam</a:t>
            </a: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 Deva </a:t>
            </a: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pirasannam</a:t>
            </a:r>
            <a:b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En </a:t>
            </a: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vaazhvile</a:t>
            </a: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ellaam</a:t>
            </a: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seyyum</a:t>
            </a:r>
            <a:b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Pirasannam</a:t>
            </a: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 Deva </a:t>
            </a: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pirasannam</a:t>
            </a:r>
            <a:b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Mudiyadhadhai</a:t>
            </a: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mudiya</a:t>
            </a: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seyyum</a:t>
            </a:r>
            <a:endParaRPr lang="en-IN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5833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>
            <a:extLst>
              <a:ext uri="{FF2B5EF4-FFF2-40B4-BE49-F238E27FC236}">
                <a16:creationId xmlns:a16="http://schemas.microsoft.com/office/drawing/2014/main" id="{0ECCFD39-F83C-7283-B295-92C9302024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algn="ctr"/>
            <a:endParaRPr lang="en-IN" sz="2800" b="1" dirty="0"/>
          </a:p>
          <a:p>
            <a:pPr algn="ctr"/>
            <a:endParaRPr lang="en-IN" sz="2800" b="1" dirty="0"/>
          </a:p>
          <a:p>
            <a:pPr marL="514350" indent="-514350" algn="ctr">
              <a:buAutoNum type="arabicPeriod"/>
            </a:pPr>
            <a:r>
              <a:rPr lang="ta-IN" sz="2800" b="1" dirty="0"/>
              <a:t>உம் ஆவி ஊற்றப்பட்டால்</a:t>
            </a:r>
            <a:br>
              <a:rPr lang="ta-IN" sz="2800" dirty="0"/>
            </a:br>
            <a:r>
              <a:rPr lang="ta-IN" sz="2800" b="1" dirty="0"/>
              <a:t>மரித்தவை உயிர் பெறுமே</a:t>
            </a:r>
            <a:br>
              <a:rPr lang="ta-IN" sz="2800" dirty="0"/>
            </a:br>
            <a:r>
              <a:rPr lang="ta-IN" sz="2800" b="1" dirty="0"/>
              <a:t>எந்த சூழ்நிலையும் என்னை தள்ளாமலே</a:t>
            </a:r>
            <a:br>
              <a:rPr lang="ta-IN" sz="2800" dirty="0"/>
            </a:br>
            <a:r>
              <a:rPr lang="ta-IN" sz="2800" b="1" dirty="0"/>
              <a:t>காத்திடும் உம் பிரசன்னம்</a:t>
            </a:r>
            <a:r>
              <a:rPr lang="en-IN" sz="2800" b="1" dirty="0"/>
              <a:t> - </a:t>
            </a:r>
            <a:r>
              <a:rPr lang="ta-IN" sz="2800" b="1" dirty="0"/>
              <a:t>பிரசன்னம் தேவ </a:t>
            </a:r>
            <a:endParaRPr lang="en-IN" sz="2800" b="1" dirty="0"/>
          </a:p>
          <a:p>
            <a:pPr marL="514350" indent="-514350" algn="ctr">
              <a:buAutoNum type="arabicPeriod"/>
            </a:pPr>
            <a:endParaRPr lang="en-IN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1. Um Aavi </a:t>
            </a: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oottrappattaal</a:t>
            </a:r>
            <a:b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Marithavai</a:t>
            </a: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uyir</a:t>
            </a: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perume</a:t>
            </a:r>
            <a:b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Endha</a:t>
            </a: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soozhnilaiyum</a:t>
            </a: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ennai</a:t>
            </a: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thallaamal</a:t>
            </a:r>
            <a:b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Kaaththidum</a:t>
            </a: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 um </a:t>
            </a: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pirasannam</a:t>
            </a: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Pirasannam</a:t>
            </a: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 Deva</a:t>
            </a:r>
          </a:p>
        </p:txBody>
      </p:sp>
    </p:spTree>
    <p:extLst>
      <p:ext uri="{BB962C8B-B14F-4D97-AF65-F5344CB8AC3E}">
        <p14:creationId xmlns:p14="http://schemas.microsoft.com/office/powerpoint/2010/main" val="3696353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277D5-3CBC-B79F-ADEA-4C3A984C6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>
            <a:extLst>
              <a:ext uri="{FF2B5EF4-FFF2-40B4-BE49-F238E27FC236}">
                <a16:creationId xmlns:a16="http://schemas.microsoft.com/office/drawing/2014/main" id="{4C64AA69-404D-44AD-03DC-AFD0335857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algn="ctr"/>
            <a:endParaRPr lang="en-IN" sz="2800" b="1" dirty="0"/>
          </a:p>
          <a:p>
            <a:pPr algn="ctr"/>
            <a:endParaRPr lang="en-IN" sz="2800" b="1" dirty="0"/>
          </a:p>
          <a:p>
            <a:pPr algn="ctr"/>
            <a:r>
              <a:rPr lang="ta-IN" sz="2800" b="1" dirty="0"/>
              <a:t>2. உம் ஆவி ஊற்றப்பட்டால்</a:t>
            </a:r>
            <a:br>
              <a:rPr lang="ta-IN" sz="2800" dirty="0"/>
            </a:br>
            <a:r>
              <a:rPr lang="ta-IN" sz="2800" b="1" dirty="0"/>
              <a:t>தடைகளும் வழி விடுமே</a:t>
            </a:r>
            <a:br>
              <a:rPr lang="ta-IN" sz="2800" dirty="0"/>
            </a:br>
            <a:r>
              <a:rPr lang="ta-IN" sz="2800" b="1" dirty="0"/>
              <a:t>கண்ணீர் கவலைகள் யாவையும்</a:t>
            </a:r>
            <a:r>
              <a:rPr lang="en-IN" sz="2800" b="1" dirty="0"/>
              <a:t> </a:t>
            </a:r>
            <a:r>
              <a:rPr lang="ta-IN" sz="2800" b="1" dirty="0"/>
              <a:t>சந்தோசமாய் </a:t>
            </a:r>
            <a:endParaRPr lang="en-IN" sz="2800" b="1" dirty="0"/>
          </a:p>
          <a:p>
            <a:pPr algn="ctr"/>
            <a:r>
              <a:rPr lang="ta-IN" sz="2800" b="1" dirty="0"/>
              <a:t>மாற்றிடும் உம் பிரசன்னம்</a:t>
            </a:r>
            <a:r>
              <a:rPr lang="en-IN" sz="2800" b="1" dirty="0"/>
              <a:t> - </a:t>
            </a:r>
            <a:r>
              <a:rPr lang="ta-IN" sz="2800" b="1" dirty="0"/>
              <a:t>பிரசன்னம் தேவ </a:t>
            </a:r>
            <a:endParaRPr lang="en-IN" sz="2800" b="1" dirty="0"/>
          </a:p>
          <a:p>
            <a:pPr algn="ctr"/>
            <a:endParaRPr lang="en-IN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2. Um Aavi </a:t>
            </a: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oottrappattaal</a:t>
            </a:r>
            <a:b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Thadaigalum</a:t>
            </a: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vazhi</a:t>
            </a: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vidume</a:t>
            </a:r>
            <a:br>
              <a:rPr lang="en-IN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Kanneer</a:t>
            </a: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kavalaihal</a:t>
            </a: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yaavaiyum</a:t>
            </a: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santhosamaai</a:t>
            </a: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Maattridum</a:t>
            </a: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 um </a:t>
            </a: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pirasannam</a:t>
            </a: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IN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Pirasannam</a:t>
            </a:r>
            <a:r>
              <a:rPr lang="en-IN" sz="2800" b="1" dirty="0">
                <a:latin typeface="Arial" panose="020B0604020202020204" pitchFamily="34" charset="0"/>
                <a:cs typeface="Arial" panose="020B0604020202020204" pitchFamily="34" charset="0"/>
              </a:rPr>
              <a:t> Deva</a:t>
            </a:r>
          </a:p>
        </p:txBody>
      </p:sp>
    </p:spTree>
    <p:extLst>
      <p:ext uri="{BB962C8B-B14F-4D97-AF65-F5344CB8AC3E}">
        <p14:creationId xmlns:p14="http://schemas.microsoft.com/office/powerpoint/2010/main" val="4244099442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748</TotalTime>
  <Words>179</Words>
  <Application>Microsoft Office PowerPoint</Application>
  <PresentationFormat>Widescreen</PresentationFormat>
  <Paragraphs>22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Century Gothic</vt:lpstr>
      <vt:lpstr>Vapor Trail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919626910278</dc:creator>
  <cp:lastModifiedBy>919626910278</cp:lastModifiedBy>
  <cp:revision>746</cp:revision>
  <dcterms:created xsi:type="dcterms:W3CDTF">2023-03-13T17:37:04Z</dcterms:created>
  <dcterms:modified xsi:type="dcterms:W3CDTF">2025-11-02T03:36:12Z</dcterms:modified>
</cp:coreProperties>
</file>