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4660"/>
  </p:normalViewPr>
  <p:slideViewPr>
    <p:cSldViewPr snapToGrid="0">
      <p:cViewPr varScale="1">
        <p:scale>
          <a:sx n="66" d="100"/>
          <a:sy n="66" d="100"/>
        </p:scale>
        <p:origin x="7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88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82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52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645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684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63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94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079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14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97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708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5919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939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633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53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503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96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4235E-3755-4F47-91F2-C2CAA65F8660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2426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0ECCFD39-F83C-7283-B295-92C930202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endParaRPr lang="en-IN" sz="2800" b="1" dirty="0"/>
          </a:p>
          <a:p>
            <a:pPr marL="514350" indent="-514350" algn="ctr">
              <a:buAutoNum type="arabicPeriod"/>
            </a:pPr>
            <a:endParaRPr lang="en-IN" sz="2800" b="1" dirty="0"/>
          </a:p>
          <a:p>
            <a:pPr marL="514350" indent="-514350" algn="ctr">
              <a:buAutoNum type="arabicPeriod"/>
            </a:pPr>
            <a:r>
              <a:rPr lang="ta-IN" sz="2800" b="1" dirty="0"/>
              <a:t>அநாதி சிநேகத்தால்</a:t>
            </a:r>
            <a:br>
              <a:rPr lang="ta-IN" sz="2800" dirty="0"/>
            </a:br>
            <a:r>
              <a:rPr lang="ta-IN" sz="2800" b="1" dirty="0"/>
              <a:t>என்னை நேசித்தீரைய்யா</a:t>
            </a:r>
            <a:br>
              <a:rPr lang="ta-IN" sz="2800" dirty="0"/>
            </a:br>
            <a:r>
              <a:rPr lang="ta-IN" sz="2800" b="1" dirty="0"/>
              <a:t>(உம்) காருண்யத்தினால்</a:t>
            </a:r>
            <a:br>
              <a:rPr lang="ta-IN" sz="2800" dirty="0"/>
            </a:br>
            <a:r>
              <a:rPr lang="ta-IN" sz="2800" b="1" dirty="0"/>
              <a:t>என்னை இழுத்துக் கொண்டீரே</a:t>
            </a:r>
            <a:endParaRPr lang="en-IN" sz="2800" b="1" dirty="0"/>
          </a:p>
          <a:p>
            <a:pPr algn="ctr"/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1. Anaathi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Sinegathaal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Ennai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Nesitheeraiya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(Um)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Kaarunyaththinaal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Ennai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eluthu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Kondeerae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353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0ECCFD39-F83C-7283-B295-92C930202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endParaRPr lang="en-IN" sz="2800" b="1" dirty="0"/>
          </a:p>
          <a:p>
            <a:pPr algn="ctr"/>
            <a:endParaRPr lang="en-IN" sz="2800" b="1" dirty="0"/>
          </a:p>
          <a:p>
            <a:pPr algn="ctr"/>
            <a:r>
              <a:rPr lang="ta-IN" sz="2800" b="1" dirty="0"/>
              <a:t>உங்க அன்பு பெரியது</a:t>
            </a:r>
            <a:br>
              <a:rPr lang="ta-IN" sz="2800" dirty="0"/>
            </a:br>
            <a:r>
              <a:rPr lang="ta-IN" sz="2800" b="1" dirty="0"/>
              <a:t>உங்க இரக்கம் பெரியது</a:t>
            </a:r>
            <a:br>
              <a:rPr lang="ta-IN" sz="2800" dirty="0"/>
            </a:br>
            <a:r>
              <a:rPr lang="ta-IN" sz="2800" b="1" dirty="0"/>
              <a:t>உங்க கிருபை பெரியது</a:t>
            </a:r>
            <a:br>
              <a:rPr lang="ta-IN" sz="2800" dirty="0"/>
            </a:br>
            <a:r>
              <a:rPr lang="ta-IN" sz="2800" b="1" dirty="0"/>
              <a:t>உங்க தயவு பெரியது</a:t>
            </a:r>
            <a:endParaRPr lang="en-IN" sz="2800" b="1" dirty="0"/>
          </a:p>
          <a:p>
            <a:pPr algn="ctr"/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Unga Anbu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Periyathu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Unga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Irakkam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Periyathu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Unga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Kirubai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Periyathu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Unga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Thayavu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Periyathu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83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0ECCFD39-F83C-7283-B295-92C930202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endParaRPr lang="en-IN" sz="2800" b="1" dirty="0"/>
          </a:p>
          <a:p>
            <a:pPr algn="ctr"/>
            <a:endParaRPr lang="en-IN" sz="2800" b="1" dirty="0"/>
          </a:p>
          <a:p>
            <a:pPr algn="ctr"/>
            <a:r>
              <a:rPr lang="ta-IN" sz="2800" b="1" dirty="0"/>
              <a:t>2. அனாதையாய் அலைந்த</a:t>
            </a:r>
            <a:br>
              <a:rPr lang="ta-IN" sz="2800" dirty="0"/>
            </a:br>
            <a:r>
              <a:rPr lang="ta-IN" sz="2800" b="1" dirty="0"/>
              <a:t>என்னை தேடி வந்தீரே</a:t>
            </a:r>
            <a:br>
              <a:rPr lang="ta-IN" sz="2800" dirty="0"/>
            </a:br>
            <a:r>
              <a:rPr lang="ta-IN" sz="2800" b="1" dirty="0"/>
              <a:t>அன்பு காட்டி அரவணைத்து</a:t>
            </a:r>
            <a:br>
              <a:rPr lang="ta-IN" sz="2800" dirty="0"/>
            </a:br>
            <a:r>
              <a:rPr lang="ta-IN" sz="2800" b="1" dirty="0"/>
              <a:t>காத்துக் கொண்டீரே – உங்க</a:t>
            </a:r>
            <a:endParaRPr lang="en-IN" sz="2800" b="1" dirty="0"/>
          </a:p>
          <a:p>
            <a:pPr algn="ctr"/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Anathaiyaai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Alaintha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Ennai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theadi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Vantheerae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Anbu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Kaatti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Aravanaithu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Kaathu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Kondeerae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353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277D5-3CBC-B79F-ADEA-4C3A984C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4C64AA69-404D-44AD-03DC-AFD033585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endParaRPr lang="en-IN" sz="2800" b="1" dirty="0"/>
          </a:p>
          <a:p>
            <a:pPr algn="ctr"/>
            <a:endParaRPr lang="en-IN" sz="2800" b="1" dirty="0"/>
          </a:p>
          <a:p>
            <a:pPr algn="ctr"/>
            <a:r>
              <a:rPr lang="ta-IN" sz="2800" b="1" dirty="0"/>
              <a:t>3. நிலையில்லாதா உலகத்தில்</a:t>
            </a:r>
            <a:br>
              <a:rPr lang="ta-IN" sz="2800" dirty="0"/>
            </a:br>
            <a:r>
              <a:rPr lang="ta-IN" sz="2800" b="1" dirty="0"/>
              <a:t>அலைந்தேனய்யா</a:t>
            </a:r>
            <a:br>
              <a:rPr lang="ta-IN" sz="2800" dirty="0"/>
            </a:br>
            <a:r>
              <a:rPr lang="ta-IN" sz="2800" b="1" dirty="0"/>
              <a:t>நிகரில்லாத இயேசுவே</a:t>
            </a:r>
            <a:br>
              <a:rPr lang="ta-IN" sz="2800" dirty="0"/>
            </a:br>
            <a:r>
              <a:rPr lang="ta-IN" sz="2800" b="1" dirty="0"/>
              <a:t>அனைத்துக் கொண்டீரே – உங்க</a:t>
            </a:r>
            <a:endParaRPr lang="en-IN" sz="2800" b="1" dirty="0"/>
          </a:p>
          <a:p>
            <a:pPr algn="ctr"/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Nilaiyillatha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Ulagaththil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Alaintheanaiya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Nigarillatha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Yesuvae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Anaithu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Kondeerae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099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595B5-B217-01DE-030F-5F91CD55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EC8EB226-6884-CDB8-9217-DE2337892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endParaRPr lang="en-IN" sz="2800" b="1" dirty="0"/>
          </a:p>
          <a:p>
            <a:pPr algn="ctr"/>
            <a:endParaRPr lang="en-IN" sz="2800" b="1" dirty="0"/>
          </a:p>
          <a:p>
            <a:pPr algn="ctr"/>
            <a:r>
              <a:rPr lang="ta-IN" sz="2800" b="1" dirty="0"/>
              <a:t>4. தாயின் கருவில் தோன்றுமுன்னே</a:t>
            </a:r>
            <a:br>
              <a:rPr lang="ta-IN" sz="2800" dirty="0"/>
            </a:br>
            <a:r>
              <a:rPr lang="ta-IN" sz="2800" b="1" dirty="0"/>
              <a:t>தெரிந்துக் கொண்டீரே</a:t>
            </a:r>
            <a:br>
              <a:rPr lang="ta-IN" sz="2800" dirty="0"/>
            </a:br>
            <a:r>
              <a:rPr lang="ta-IN" sz="2800" b="1" dirty="0"/>
              <a:t>தாயைப் போல ஆற்றி தேற்றி</a:t>
            </a:r>
            <a:br>
              <a:rPr lang="ta-IN" sz="2800" dirty="0"/>
            </a:br>
            <a:r>
              <a:rPr lang="ta-IN" sz="2800" b="1" dirty="0"/>
              <a:t>அரவணைத்தீரே – உங்க</a:t>
            </a:r>
            <a:endParaRPr lang="en-IN" sz="2800" b="1" dirty="0"/>
          </a:p>
          <a:p>
            <a:pPr algn="ctr"/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Thaayin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Karuvil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Thontrumunnae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Therinthu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kondeerae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Thaayai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pola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Aattri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Theattri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Aravanaitheerae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914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6D305-78C7-5895-7830-B6F9803B8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4419DF55-9FCB-673D-BDB1-5F85BC823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endParaRPr lang="en-IN" sz="2800" b="1" dirty="0"/>
          </a:p>
          <a:p>
            <a:pPr algn="ctr"/>
            <a:endParaRPr lang="en-IN" sz="2800" b="1" dirty="0"/>
          </a:p>
          <a:p>
            <a:pPr algn="ctr"/>
            <a:r>
              <a:rPr lang="ta-IN" sz="2800" b="1" dirty="0"/>
              <a:t>5. நடத்தி வந்த பாதைகளை</a:t>
            </a:r>
            <a:br>
              <a:rPr lang="ta-IN" sz="2800" dirty="0"/>
            </a:br>
            <a:r>
              <a:rPr lang="ta-IN" sz="2800" b="1" dirty="0"/>
              <a:t>நினைக்கும் போதெல்லாம்</a:t>
            </a:r>
            <a:br>
              <a:rPr lang="ta-IN" sz="2800" dirty="0"/>
            </a:br>
            <a:r>
              <a:rPr lang="ta-IN" sz="2800" b="1" dirty="0"/>
              <a:t>கண்ணீரோடு நன்றி சொல்லி</a:t>
            </a:r>
            <a:br>
              <a:rPr lang="ta-IN" sz="2800" dirty="0"/>
            </a:br>
            <a:r>
              <a:rPr lang="ta-IN" sz="2800" b="1" dirty="0"/>
              <a:t>துதிக்கிறேனைய்யா – உங்க</a:t>
            </a:r>
            <a:endParaRPr lang="en-IN" sz="2800" b="1" dirty="0"/>
          </a:p>
          <a:p>
            <a:pPr algn="ctr"/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Nadathi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Vantha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paathaikalai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Ninaikkum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Pothellaam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Kanneerodu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Nandri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solli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Thuthikkireanaiya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89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BA7E-83F9-27F8-7812-97ADCD19B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59568C34-0AC9-3192-8734-E9DF23ABD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endParaRPr lang="en-IN" sz="2800" b="1" dirty="0"/>
          </a:p>
          <a:p>
            <a:pPr algn="ctr"/>
            <a:endParaRPr lang="en-IN" sz="2800" b="1" dirty="0"/>
          </a:p>
          <a:p>
            <a:pPr algn="ctr"/>
            <a:r>
              <a:rPr lang="ta-IN" sz="2800" b="1" dirty="0"/>
              <a:t>6. கர்த்தர் செய்ய நினைத்தது</a:t>
            </a:r>
            <a:br>
              <a:rPr lang="ta-IN" sz="2800" dirty="0"/>
            </a:br>
            <a:r>
              <a:rPr lang="ta-IN" sz="2800" b="1" dirty="0"/>
              <a:t>தடைபடவில்லை</a:t>
            </a:r>
            <a:br>
              <a:rPr lang="ta-IN" sz="2800" dirty="0"/>
            </a:br>
            <a:r>
              <a:rPr lang="ta-IN" sz="2800" b="1" dirty="0"/>
              <a:t>சகலத்தையும் நன்மையாக</a:t>
            </a:r>
            <a:br>
              <a:rPr lang="ta-IN" sz="2800" dirty="0"/>
            </a:br>
            <a:r>
              <a:rPr lang="ta-IN" sz="2800" b="1" dirty="0"/>
              <a:t>செய்து முடித்தீரே – உங்க</a:t>
            </a:r>
            <a:endParaRPr lang="en-IN" sz="2800" b="1" dirty="0"/>
          </a:p>
          <a:p>
            <a:pPr algn="ctr"/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>
                <a:latin typeface="Arial" panose="020B0604020202020204" pitchFamily="34" charset="0"/>
                <a:cs typeface="Arial" panose="020B0604020202020204" pitchFamily="34" charset="0"/>
              </a:rPr>
              <a:t>6. Karthar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seiya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Ninaithu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Thadaipadavillai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Sagalaththaiyum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Nanmaiyaga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Seithu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Muditheerae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43827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751</TotalTime>
  <Words>208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919626910278</dc:creator>
  <cp:lastModifiedBy>919626910278</cp:lastModifiedBy>
  <cp:revision>767</cp:revision>
  <dcterms:created xsi:type="dcterms:W3CDTF">2023-03-13T17:37:04Z</dcterms:created>
  <dcterms:modified xsi:type="dcterms:W3CDTF">2025-10-30T02:08:02Z</dcterms:modified>
</cp:coreProperties>
</file>